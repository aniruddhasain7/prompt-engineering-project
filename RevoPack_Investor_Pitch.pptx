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C02974-7AA8-411E-81D2-6475E5F7AD78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F24421-09F4-4FE3-AA8A-43BF5EA6D8E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7110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CF24421-09F4-4FE3-AA8A-43BF5EA6D8E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6793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5557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39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6815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849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8012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62170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5846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9740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468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1296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423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DD712E6-3BB2-41BB-92F9-99AB7A973C94}" type="datetimeFigureOut">
              <a:rPr lang="en-IN" smtClean="0"/>
              <a:t>28-12-2024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3864E0A-3252-4A57-80FF-2C21CA39DC0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0655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ackpack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creativecommons.org/licenses/by-sa/3.0/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28">
            <a:extLst>
              <a:ext uri="{FF2B5EF4-FFF2-40B4-BE49-F238E27FC236}">
                <a16:creationId xmlns:a16="http://schemas.microsoft.com/office/drawing/2014/main" id="{5AD4E9BF-5683-B93D-E6EB-CD7F894163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651" y="1095316"/>
            <a:ext cx="1150374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3200" b="1" dirty="0">
                <a:latin typeface="Bahnschrift SemiBold SemiConden" panose="020B0502040204020203" pitchFamily="34" charset="0"/>
              </a:rPr>
              <a:t>Investor Pitch for </a:t>
            </a:r>
            <a:r>
              <a:rPr lang="en-US" altLang="en-US" sz="3200" b="1" dirty="0" err="1">
                <a:latin typeface="Bahnschrift SemiBold SemiConden" panose="020B0502040204020203" pitchFamily="34" charset="0"/>
              </a:rPr>
              <a:t>RevoPack</a:t>
            </a:r>
            <a:endParaRPr lang="en-US" altLang="en-US" sz="3200" b="1" dirty="0">
              <a:latin typeface="Bahnschrift SemiBold SemiConden" panose="020B0502040204020203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		         </a:t>
            </a:r>
            <a:r>
              <a:rPr kumimoji="0" lang="en-US" altLang="en-US" sz="1800" b="1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RevoPack</a:t>
            </a:r>
            <a:r>
              <a:rPr kumimoji="0" lang="en-US" altLang="en-US" sz="1800" b="1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The Next Revolution in Backpacks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				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"Adjustable Size for Maximum Versatility"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3D7E327-54C8-8014-9FEC-8A610C0ED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5188" y="2990271"/>
            <a:ext cx="3264924" cy="3260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412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54823D-905B-262B-E5F9-1E8A6036157A}"/>
              </a:ext>
            </a:extLst>
          </p:cNvPr>
          <p:cNvSpPr txBox="1"/>
          <p:nvPr/>
        </p:nvSpPr>
        <p:spPr>
          <a:xfrm>
            <a:off x="993059" y="477992"/>
            <a:ext cx="9458632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>
                <a:latin typeface="Bahnschrift SemiBold SemiConden" panose="020B0502040204020203" pitchFamily="34" charset="0"/>
              </a:rPr>
              <a:t>Introducing </a:t>
            </a:r>
            <a:r>
              <a:rPr lang="en-US" sz="3200" dirty="0" err="1">
                <a:latin typeface="Bahnschrift SemiBold SemiConden" panose="020B0502040204020203" pitchFamily="34" charset="0"/>
              </a:rPr>
              <a:t>RevoPack</a:t>
            </a:r>
            <a:endParaRPr lang="en-US" sz="3200" dirty="0">
              <a:latin typeface="Bahnschrift SemiBold SemiConden" panose="020B0502040204020203" pitchFamily="34" charset="0"/>
            </a:endParaRPr>
          </a:p>
          <a:p>
            <a:pPr algn="ctr"/>
            <a:endParaRPr lang="en-US" dirty="0"/>
          </a:p>
          <a:p>
            <a:pPr lvl="1"/>
            <a:r>
              <a:rPr lang="en-US" dirty="0"/>
              <a:t>					</a:t>
            </a:r>
            <a:r>
              <a:rPr lang="en-US" i="1" dirty="0"/>
              <a:t>Welcome to the future of backpacks.</a:t>
            </a:r>
          </a:p>
          <a:p>
            <a:pPr lvl="1"/>
            <a:endParaRPr lang="en-US" dirty="0"/>
          </a:p>
          <a:p>
            <a:pPr lvl="1"/>
            <a:r>
              <a:rPr lang="en-US" dirty="0" err="1">
                <a:latin typeface="Bahnschrift Light" panose="020B0502040204020203" pitchFamily="34" charset="0"/>
              </a:rPr>
              <a:t>RevoPack</a:t>
            </a:r>
            <a:r>
              <a:rPr lang="en-US" dirty="0">
                <a:latin typeface="Bahnschrift Light" panose="020B0502040204020203" pitchFamily="34" charset="0"/>
              </a:rPr>
              <a:t> is more than just a bag; it’s a revolutionary product designed to adapt to your dynamic lifestyle.</a:t>
            </a:r>
          </a:p>
          <a:p>
            <a:pPr lvl="1"/>
            <a:endParaRPr lang="en-US" dirty="0">
              <a:latin typeface="Bahnschrift Light" panose="020B0502040204020203" pitchFamily="34" charset="0"/>
            </a:endParaRPr>
          </a:p>
          <a:p>
            <a:pPr lvl="1"/>
            <a:r>
              <a:rPr lang="en-US" dirty="0">
                <a:latin typeface="Bahnschrift Light" panose="020B0502040204020203" pitchFamily="34" charset="0"/>
              </a:rPr>
              <a:t>With its adjustable size feature, </a:t>
            </a:r>
            <a:r>
              <a:rPr lang="en-US" dirty="0" err="1">
                <a:latin typeface="Bahnschrift Light" panose="020B0502040204020203" pitchFamily="34" charset="0"/>
              </a:rPr>
              <a:t>RevoPack</a:t>
            </a:r>
            <a:r>
              <a:rPr lang="en-US" dirty="0">
                <a:latin typeface="Bahnschrift Light" panose="020B0502040204020203" pitchFamily="34" charset="0"/>
              </a:rPr>
              <a:t> is built to provide ultimate convenience, style, and sustainability.</a:t>
            </a:r>
          </a:p>
          <a:p>
            <a:pPr lvl="1"/>
            <a:endParaRPr lang="en-US" dirty="0"/>
          </a:p>
          <a:p>
            <a:pPr lvl="1"/>
            <a:r>
              <a:rPr lang="en-US" dirty="0">
                <a:latin typeface="Bahnschrift" panose="020B0502040204020203" pitchFamily="34" charset="0"/>
              </a:rPr>
              <a:t>Join us as we redefine what a backpack can be.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25D1FD-8312-3093-F776-35052A7A1D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99005" y="3429000"/>
            <a:ext cx="2852686" cy="2852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917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B8172-F57E-4A6D-9E45-E200D4D36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C4572D-1654-D108-4717-51DB6E0352D8}"/>
              </a:ext>
            </a:extLst>
          </p:cNvPr>
          <p:cNvSpPr txBox="1"/>
          <p:nvPr/>
        </p:nvSpPr>
        <p:spPr>
          <a:xfrm>
            <a:off x="2005780" y="689789"/>
            <a:ext cx="8032955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The Problem</a:t>
            </a: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Modern backpacks lack versatility in size, leading to inefficient use of space.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Consumers often need multiple backpacks for different purposes.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This results in unnecessary expense, inconvenience, and environmental waste.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F3A2FA-A3BF-07E2-D652-1C1C80D93A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414683" y="3806800"/>
            <a:ext cx="2346924" cy="236141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57172F-044A-C210-31B5-3F84DBB7ED21}"/>
              </a:ext>
            </a:extLst>
          </p:cNvPr>
          <p:cNvSpPr txBox="1"/>
          <p:nvPr/>
        </p:nvSpPr>
        <p:spPr>
          <a:xfrm>
            <a:off x="4414683" y="7280936"/>
            <a:ext cx="2271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>
                <a:hlinkClick r:id="rId3" tooltip="https://en.wikipedia.org/wiki/Backpack"/>
              </a:rPr>
              <a:t>This Photo</a:t>
            </a:r>
            <a:r>
              <a:rPr lang="en-IN" sz="900"/>
              <a:t> by Unknown Author is licensed under </a:t>
            </a:r>
            <a:r>
              <a:rPr lang="en-IN" sz="900">
                <a:hlinkClick r:id="rId4" tooltip="https://creativecommons.org/licenses/by-sa/3.0/"/>
              </a:rPr>
              <a:t>CC BY-SA</a:t>
            </a:r>
            <a:endParaRPr lang="en-IN" sz="900"/>
          </a:p>
        </p:txBody>
      </p:sp>
    </p:spTree>
    <p:extLst>
      <p:ext uri="{BB962C8B-B14F-4D97-AF65-F5344CB8AC3E}">
        <p14:creationId xmlns:p14="http://schemas.microsoft.com/office/powerpoint/2010/main" val="70692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B488713-CD9D-EE87-7EA5-765822872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4680" y="745632"/>
            <a:ext cx="9635779" cy="33855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dirty="0">
                <a:latin typeface="Bahnschrift SemiBold SemiConden" panose="020B0502040204020203" pitchFamily="34" charset="0"/>
              </a:rPr>
              <a:t>The Solution</a:t>
            </a:r>
          </a:p>
          <a:p>
            <a:pPr algn="ctr"/>
            <a:endParaRPr lang="en-US" sz="2800" dirty="0">
              <a:latin typeface="Bahnschrift SemiBold SemiConden" panose="020B0502040204020203" pitchFamily="34" charset="0"/>
            </a:endParaRPr>
          </a:p>
          <a:p>
            <a:pPr algn="ctr"/>
            <a:r>
              <a:rPr lang="en-US" sz="2000" b="1" i="1" dirty="0" err="1"/>
              <a:t>RevoPack</a:t>
            </a:r>
            <a:r>
              <a:rPr lang="en-US" sz="2000" b="1" i="1" dirty="0"/>
              <a:t>: One Backpack, Infinite Possibilities</a:t>
            </a:r>
          </a:p>
          <a:p>
            <a:pPr algn="ctr"/>
            <a:endParaRPr lang="en-US" sz="2000" b="1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Adjustable size feature that adapts to your needs.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Compact and lightweight for everyday use, expandable for travel or heavy-duty use.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Durable materials and modern design.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2A72F3-FBE8-C13F-737E-29751F3F52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632" y="260175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9385C5-E92D-F16D-10BC-EAA87ACC45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9890" y="3429000"/>
            <a:ext cx="2841522" cy="2841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617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BAA7DB-EDDB-BADE-965B-8A18C867CFCA}"/>
              </a:ext>
            </a:extLst>
          </p:cNvPr>
          <p:cNvSpPr txBox="1"/>
          <p:nvPr/>
        </p:nvSpPr>
        <p:spPr>
          <a:xfrm>
            <a:off x="1268361" y="1111155"/>
            <a:ext cx="9655278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 </a:t>
            </a:r>
            <a:r>
              <a:rPr lang="en-US" sz="2800" b="1" dirty="0">
                <a:latin typeface="Bahnschrift SemiBold SemiConden" panose="020B0502040204020203" pitchFamily="34" charset="0"/>
              </a:rPr>
              <a:t>Market Opportunity</a:t>
            </a:r>
          </a:p>
          <a:p>
            <a:pPr algn="ctr"/>
            <a:endParaRPr lang="en-US" b="1" dirty="0">
              <a:latin typeface="Bahnschrift SemiBold SemiConden" panose="020B0502040204020203" pitchFamily="34" charset="0"/>
            </a:endParaRPr>
          </a:p>
          <a:p>
            <a:pPr algn="ctr"/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Growing demand for versatile and sustainable products.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Target audience: Students, professionals, travelers, and outdoor enthusiasts.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Emerging trends: Urbanization and remote work increasing demand for multi-functional bags.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Sustainability focus: Consumers are willing to pay a premium for eco-friendly products.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Large untapped markets in developing regions with rising disposable incomes.</a:t>
            </a:r>
          </a:p>
        </p:txBody>
      </p:sp>
    </p:spTree>
    <p:extLst>
      <p:ext uri="{BB962C8B-B14F-4D97-AF65-F5344CB8AC3E}">
        <p14:creationId xmlns:p14="http://schemas.microsoft.com/office/powerpoint/2010/main" val="217628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9EB7F3B-BBE7-657A-0A2C-1654E1C5BE33}"/>
              </a:ext>
            </a:extLst>
          </p:cNvPr>
          <p:cNvSpPr txBox="1"/>
          <p:nvPr/>
        </p:nvSpPr>
        <p:spPr>
          <a:xfrm>
            <a:off x="2128684" y="1019616"/>
            <a:ext cx="7934632" cy="27392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/>
              <a:t>Competitive Advantage</a:t>
            </a:r>
          </a:p>
          <a:p>
            <a:pPr algn="ctr"/>
            <a:endParaRPr lang="en-US" sz="24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Unique adjustable size feature sets us apart.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Combination of style, comfort, and functionality unmatched in the market.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Affordable pricing without compromising quality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342812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62B38E-5254-B215-14BF-52E183EC2D22}"/>
              </a:ext>
            </a:extLst>
          </p:cNvPr>
          <p:cNvSpPr txBox="1"/>
          <p:nvPr/>
        </p:nvSpPr>
        <p:spPr>
          <a:xfrm>
            <a:off x="2202426" y="1195747"/>
            <a:ext cx="7482348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Bahnschrift SemiBold SemiConden" panose="020B0502040204020203" pitchFamily="34" charset="0"/>
              </a:rPr>
              <a:t>Business Model</a:t>
            </a:r>
            <a:endParaRPr lang="en-US" sz="3200" dirty="0">
              <a:latin typeface="Bahnschrift SemiBold SemiConden" panose="020B0502040204020203" pitchFamily="34" charset="0"/>
            </a:endParaRPr>
          </a:p>
          <a:p>
            <a:pPr algn="ctr"/>
            <a:r>
              <a:rPr lang="en-US" i="1" dirty="0"/>
              <a:t>How We Make Money</a:t>
            </a:r>
          </a:p>
          <a:p>
            <a:pPr algn="ctr"/>
            <a:endParaRPr lang="en-US" i="1" dirty="0"/>
          </a:p>
          <a:p>
            <a:pPr algn="ctr"/>
            <a:endParaRPr lang="en-US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Direct-to-consumer via our website.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Strategic partnerships with retailers and online platforms.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Revenue streams: Product sales, accessories, and subscription for premium features.</a:t>
            </a:r>
          </a:p>
        </p:txBody>
      </p:sp>
    </p:spTree>
    <p:extLst>
      <p:ext uri="{BB962C8B-B14F-4D97-AF65-F5344CB8AC3E}">
        <p14:creationId xmlns:p14="http://schemas.microsoft.com/office/powerpoint/2010/main" val="2896077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8761AB0-952F-D487-2FC9-323328E41695}"/>
              </a:ext>
            </a:extLst>
          </p:cNvPr>
          <p:cNvSpPr txBox="1"/>
          <p:nvPr/>
        </p:nvSpPr>
        <p:spPr>
          <a:xfrm>
            <a:off x="2084438" y="1233380"/>
            <a:ext cx="7620000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Bahnschrift SemiBold SemiConden" panose="020B0502040204020203" pitchFamily="34" charset="0"/>
              </a:rPr>
              <a:t>Market Strategy</a:t>
            </a:r>
            <a:endParaRPr lang="en-US" sz="2400" dirty="0">
              <a:latin typeface="Bahnschrift SemiBold SemiConden" panose="020B0502040204020203" pitchFamily="34" charset="0"/>
            </a:endParaRPr>
          </a:p>
          <a:p>
            <a:pPr algn="ctr"/>
            <a:r>
              <a:rPr lang="en-US" sz="2000" i="1" dirty="0"/>
              <a:t>Launching </a:t>
            </a:r>
            <a:r>
              <a:rPr lang="en-US" sz="2000" i="1" dirty="0" err="1"/>
              <a:t>RevoPack</a:t>
            </a:r>
            <a:endParaRPr lang="en-US" sz="2000" i="1" dirty="0"/>
          </a:p>
          <a:p>
            <a:pPr algn="ctr"/>
            <a:endParaRPr lang="en-US" sz="2000" i="1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Phase 1: Pre-launch campaign on social media and crowdfunding platforms.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Phase 2: Product launch with online and offline marketing.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Phase 3: Expand distribution through retail partnerships.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425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7112B10-194B-29C1-AE80-AB203C5D218E}"/>
              </a:ext>
            </a:extLst>
          </p:cNvPr>
          <p:cNvSpPr txBox="1"/>
          <p:nvPr/>
        </p:nvSpPr>
        <p:spPr>
          <a:xfrm>
            <a:off x="2163095" y="1353912"/>
            <a:ext cx="749218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Bahnschrift SemiBold SemiConden" panose="020B0502040204020203" pitchFamily="34" charset="0"/>
              </a:rPr>
              <a:t>Financial Projections</a:t>
            </a:r>
            <a:endParaRPr lang="en-US" sz="2400" dirty="0">
              <a:latin typeface="Bahnschrift SemiBold SemiConden" panose="020B0502040204020203" pitchFamily="34" charset="0"/>
            </a:endParaRPr>
          </a:p>
          <a:p>
            <a:pPr algn="ctr"/>
            <a:r>
              <a:rPr lang="en-US" i="1" dirty="0"/>
              <a:t> Projected Growth</a:t>
            </a:r>
          </a:p>
          <a:p>
            <a:pPr algn="ctr"/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Year 1: Revenue of ₹5 crore with 20% profit margin.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Year 2: Revenue of ₹8 crore with steady growth.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Year 3: Break-even achieved and profitability increases to ₹12 crore.</a:t>
            </a:r>
          </a:p>
        </p:txBody>
      </p:sp>
    </p:spTree>
    <p:extLst>
      <p:ext uri="{BB962C8B-B14F-4D97-AF65-F5344CB8AC3E}">
        <p14:creationId xmlns:p14="http://schemas.microsoft.com/office/powerpoint/2010/main" val="298375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7BAEA2-AFDC-341F-4771-9EA9D66D1965}"/>
              </a:ext>
            </a:extLst>
          </p:cNvPr>
          <p:cNvSpPr txBox="1"/>
          <p:nvPr/>
        </p:nvSpPr>
        <p:spPr>
          <a:xfrm>
            <a:off x="2172929" y="1144043"/>
            <a:ext cx="7620000" cy="433965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lang="en-US" sz="2400" b="1" dirty="0">
                <a:latin typeface="Bahnschrift SemiBold SemiConden" panose="020B0502040204020203" pitchFamily="34" charset="0"/>
              </a:rPr>
              <a:t>Funding Requirements</a:t>
            </a:r>
            <a:endParaRPr lang="en-US" dirty="0">
              <a:latin typeface="Bahnschrift SemiBold SemiConden" panose="020B0502040204020203" pitchFamily="34" charset="0"/>
            </a:endParaRPr>
          </a:p>
          <a:p>
            <a:pPr algn="ctr"/>
            <a:r>
              <a:rPr lang="en-US" i="1" dirty="0"/>
              <a:t>What We Need?</a:t>
            </a:r>
          </a:p>
          <a:p>
            <a:pPr algn="ctr"/>
            <a:endParaRPr lang="en-US" i="1" dirty="0"/>
          </a:p>
          <a:p>
            <a:r>
              <a:rPr lang="en-US" dirty="0">
                <a:latin typeface="Bahnschrift Light" panose="020B0502040204020203" pitchFamily="34" charset="0"/>
              </a:rPr>
              <a:t>Total funding required: ₹2 crore.</a:t>
            </a:r>
          </a:p>
          <a:p>
            <a:endParaRPr lang="en-US" dirty="0">
              <a:latin typeface="Bahnschrift Light" panose="020B0502040204020203" pitchFamily="34" charset="0"/>
            </a:endParaRPr>
          </a:p>
          <a:p>
            <a:r>
              <a:rPr lang="en-US" dirty="0">
                <a:latin typeface="Bahnschrift Light" panose="020B0502040204020203" pitchFamily="34" charset="0"/>
              </a:rPr>
              <a:t>Funds will be used for:</a:t>
            </a:r>
          </a:p>
          <a:p>
            <a:endParaRPr lang="en-US" dirty="0">
              <a:latin typeface="Bahnschrift Light" panose="020B0502040204020203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Manufacturing: ₹80 lakh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Marketing: ₹60 lakh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Research &amp; Development: ₹40 lakh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endParaRPr lang="en-US" dirty="0">
              <a:latin typeface="Bahnschrift Light" panose="020B0502040204020203" pitchFamily="34" charset="0"/>
            </a:endParaRP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>
                <a:latin typeface="Bahnschrift Light" panose="020B0502040204020203" pitchFamily="34" charset="0"/>
              </a:rPr>
              <a:t>Operations: ₹20 lakh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9195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F0F988-4DE1-7BCE-15C5-D6E6594EECC9}"/>
              </a:ext>
            </a:extLst>
          </p:cNvPr>
          <p:cNvSpPr txBox="1"/>
          <p:nvPr/>
        </p:nvSpPr>
        <p:spPr>
          <a:xfrm>
            <a:off x="1551038" y="1167099"/>
            <a:ext cx="9089923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/>
              <a:t> </a:t>
            </a:r>
            <a:r>
              <a:rPr lang="en-US" sz="2400" b="1" dirty="0">
                <a:latin typeface="Bahnschrift SemiBold SemiConden" panose="020B0502040204020203" pitchFamily="34" charset="0"/>
              </a:rPr>
              <a:t>Call to Action</a:t>
            </a:r>
            <a:endParaRPr lang="en-US" sz="2400" dirty="0">
              <a:latin typeface="Bahnschrift SemiBold SemiConden" panose="020B0502040204020203" pitchFamily="34" charset="0"/>
            </a:endParaRPr>
          </a:p>
          <a:p>
            <a:pPr algn="ctr"/>
            <a:r>
              <a:rPr lang="en-US" sz="2400" i="1" dirty="0">
                <a:latin typeface="+mj-lt"/>
              </a:rPr>
              <a:t>Join Us in Revolutionizing Backpacks</a:t>
            </a:r>
          </a:p>
          <a:p>
            <a:pPr algn="ctr"/>
            <a:endParaRPr lang="en-US" sz="2400" i="1" dirty="0">
              <a:latin typeface="+mj-lt"/>
            </a:endParaRPr>
          </a:p>
          <a:p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Be part of this game-changing journey.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Invest in </a:t>
            </a:r>
            <a:r>
              <a:rPr lang="en-US" sz="2000" dirty="0" err="1"/>
              <a:t>RevoPack</a:t>
            </a:r>
            <a:r>
              <a:rPr lang="en-US" sz="2000" dirty="0"/>
              <a:t> and make an impact.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Contact us: [revopack@gmail.com] | [+91xxxxxxxxx] | [www.RevoPack.com]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D86AB2-5E4C-A7B1-8844-6556C3BAEF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5220" y="2042170"/>
            <a:ext cx="2386780" cy="2386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1223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E56E01F-16CA-AE41-BB25-63EB25844C28}"/>
              </a:ext>
            </a:extLst>
          </p:cNvPr>
          <p:cNvSpPr txBox="1"/>
          <p:nvPr/>
        </p:nvSpPr>
        <p:spPr>
          <a:xfrm>
            <a:off x="2753032" y="1243786"/>
            <a:ext cx="60960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latin typeface="Bahnschrift SemiBold SemiConden" panose="020B0502040204020203" pitchFamily="34" charset="0"/>
              </a:rPr>
              <a:t> </a:t>
            </a:r>
            <a:r>
              <a:rPr lang="en-US" sz="3600" dirty="0">
                <a:latin typeface="Bahnschrift SemiBold SemiConden" panose="020B0502040204020203" pitchFamily="34" charset="0"/>
              </a:rPr>
              <a:t>"Thank You!“</a:t>
            </a:r>
          </a:p>
          <a:p>
            <a:pPr algn="ctr"/>
            <a:endParaRPr lang="en-US" sz="2800" dirty="0">
              <a:latin typeface="Bahnschrift SemiBold SemiConden" panose="020B0502040204020203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Questions? We’re here to answer.</a:t>
            </a:r>
          </a:p>
          <a:p>
            <a:pPr lvl="1"/>
            <a:endParaRPr lang="en-US" b="1" dirty="0"/>
          </a:p>
          <a:p>
            <a:pPr lvl="1"/>
            <a:endParaRPr lang="en-US" b="1" dirty="0"/>
          </a:p>
          <a:p>
            <a:pPr lvl="1"/>
            <a:r>
              <a:rPr lang="en-US" b="1" i="1" dirty="0">
                <a:latin typeface="Bahnschrift Light" panose="020B0502040204020203" pitchFamily="34" charset="0"/>
              </a:rPr>
              <a:t>Let’s create something extraordinary together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FC420-0839-2908-314A-5DEFA2653D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008" y="3698135"/>
            <a:ext cx="2778863" cy="2385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271313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</TotalTime>
  <Words>487</Words>
  <Application>Microsoft Office PowerPoint</Application>
  <PresentationFormat>Widescreen</PresentationFormat>
  <Paragraphs>106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Bahnschrift</vt:lpstr>
      <vt:lpstr>Bahnschrift Light</vt:lpstr>
      <vt:lpstr>Bahnschrift SemiBold SemiConden</vt:lpstr>
      <vt:lpstr>Calibri</vt:lpstr>
      <vt:lpstr>Calibri Light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Aniruddha Sain</dc:creator>
  <cp:lastModifiedBy>Aniruddha Sain</cp:lastModifiedBy>
  <cp:revision>1</cp:revision>
  <dcterms:created xsi:type="dcterms:W3CDTF">2024-12-28T13:15:13Z</dcterms:created>
  <dcterms:modified xsi:type="dcterms:W3CDTF">2024-12-28T14:26:33Z</dcterms:modified>
</cp:coreProperties>
</file>